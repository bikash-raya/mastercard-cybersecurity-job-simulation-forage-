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84" r:id="rId1"/>
  </p:sldMasterIdLst>
  <p:notesMasterIdLst>
    <p:notesMasterId r:id="rId10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578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39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994733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82000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780918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866673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9374213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220101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980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635598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447371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8397651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003191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135175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722221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788887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369244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8166440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4096022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951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3461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36543" y="625037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3200" b="1" dirty="0" smtClean="0"/>
              <a:t>Phishing Awareness &amp; Security Improvement Plan</a:t>
            </a:r>
            <a:endParaRPr sz="2600" b="1" dirty="0">
              <a:latin typeface="+mn-lt"/>
            </a:endParaRPr>
          </a:p>
        </p:txBody>
      </p:sp>
      <p:sp>
        <p:nvSpPr>
          <p:cNvPr id="3" name="Google Shape;86;p13"/>
          <p:cNvSpPr txBox="1">
            <a:spLocks/>
          </p:cNvSpPr>
          <p:nvPr/>
        </p:nvSpPr>
        <p:spPr bwMode="gray">
          <a:xfrm>
            <a:off x="426567" y="3734479"/>
            <a:ext cx="5481862" cy="165018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405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000" dirty="0"/>
              <a:t>Employee Security Awareness Program</a:t>
            </a:r>
          </a:p>
        </p:txBody>
      </p:sp>
      <p:sp>
        <p:nvSpPr>
          <p:cNvPr id="5" name="Google Shape;86;p13"/>
          <p:cNvSpPr txBox="1">
            <a:spLocks/>
          </p:cNvSpPr>
          <p:nvPr/>
        </p:nvSpPr>
        <p:spPr bwMode="gray">
          <a:xfrm>
            <a:off x="426567" y="4198376"/>
            <a:ext cx="5481862" cy="165018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405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000" dirty="0" smtClean="0"/>
              <a:t>Presented By: Bikash Raya</a:t>
            </a:r>
            <a:endParaRPr lang="en-AU" sz="2000" dirty="0"/>
          </a:p>
        </p:txBody>
      </p:sp>
      <p:pic>
        <p:nvPicPr>
          <p:cNvPr id="2" name="Picture 1" descr="Phishing: O que é? Tenha cuidado. - i-Técnic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18" y="1497928"/>
            <a:ext cx="3255762" cy="209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employee awareness of phishing </a:t>
            </a:r>
            <a:r>
              <a:rPr lang="en-US" dirty="0" smtClean="0"/>
              <a:t>threats</a:t>
            </a:r>
          </a:p>
          <a:p>
            <a:r>
              <a:rPr lang="en-US" dirty="0" smtClean="0"/>
              <a:t>Reduce </a:t>
            </a:r>
            <a:r>
              <a:rPr lang="en-US" dirty="0"/>
              <a:t>risk of email-based </a:t>
            </a:r>
            <a:r>
              <a:rPr lang="en-US" dirty="0" smtClean="0"/>
              <a:t>attacks</a:t>
            </a:r>
          </a:p>
          <a:p>
            <a:r>
              <a:rPr lang="en-US" dirty="0" smtClean="0"/>
              <a:t>Strengthen </a:t>
            </a:r>
            <a:r>
              <a:rPr lang="en-US" dirty="0"/>
              <a:t>security behavior across </a:t>
            </a:r>
            <a:r>
              <a:rPr lang="en-US" dirty="0" smtClean="0"/>
              <a:t>teams</a:t>
            </a:r>
          </a:p>
          <a:p>
            <a:r>
              <a:rPr lang="en-US" dirty="0" smtClean="0"/>
              <a:t>Support </a:t>
            </a:r>
            <a:r>
              <a:rPr lang="en-US" dirty="0"/>
              <a:t>safer decision-making in daily work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040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99788" y="84637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What is phishing?</a:t>
            </a:r>
            <a:endParaRPr dirty="0">
              <a:latin typeface="+mn-lt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/>
              <a:t>Fraudulent emails/messages designed to trick </a:t>
            </a:r>
            <a:r>
              <a:rPr lang="en-US" sz="1400" dirty="0" smtClean="0"/>
              <a:t>users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Attempts </a:t>
            </a:r>
            <a:r>
              <a:rPr lang="en-US" sz="1400" dirty="0"/>
              <a:t>to steal passwords or sensitive </a:t>
            </a:r>
            <a:r>
              <a:rPr lang="en-US" sz="1400" dirty="0" smtClean="0"/>
              <a:t>data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Often </a:t>
            </a:r>
            <a:r>
              <a:rPr lang="en-US" sz="1400" dirty="0"/>
              <a:t>impersonates trusted companies or internal </a:t>
            </a:r>
            <a:r>
              <a:rPr lang="en-US" sz="1400" dirty="0" smtClean="0"/>
              <a:t>teams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Uses </a:t>
            </a:r>
            <a:r>
              <a:rPr lang="en-US" sz="1400" dirty="0"/>
              <a:t>urgency or fear to manipulate users</a:t>
            </a:r>
            <a:endParaRPr dirty="0"/>
          </a:p>
        </p:txBody>
      </p:sp>
      <p:pic>
        <p:nvPicPr>
          <p:cNvPr id="7" name="Picture 6" descr="Make your business cyber-aware for National Cybersecurity Awareness Month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877" y="1802101"/>
            <a:ext cx="3005123" cy="2192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79613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AU" dirty="0"/>
              <a:t>Key Risks to Teams</a:t>
            </a:r>
            <a:endParaRPr dirty="0"/>
          </a:p>
        </p:txBody>
      </p:sp>
      <p:sp>
        <p:nvSpPr>
          <p:cNvPr id="5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Credential </a:t>
            </a:r>
            <a:r>
              <a:rPr lang="en-US" sz="1400" dirty="0"/>
              <a:t>theft and account </a:t>
            </a:r>
            <a:r>
              <a:rPr lang="en-US" sz="1400" dirty="0" smtClean="0"/>
              <a:t>compromise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Financial </a:t>
            </a:r>
            <a:r>
              <a:rPr lang="en-US" sz="1400" dirty="0"/>
              <a:t>fraud or data </a:t>
            </a:r>
            <a:r>
              <a:rPr lang="en-US" sz="1400" dirty="0" smtClean="0"/>
              <a:t>exposure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Malware </a:t>
            </a:r>
            <a:r>
              <a:rPr lang="en-US" sz="1400" dirty="0"/>
              <a:t>infection through </a:t>
            </a:r>
            <a:r>
              <a:rPr lang="en-US" sz="1400" dirty="0" smtClean="0"/>
              <a:t>attachments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400" dirty="0" smtClean="0"/>
              <a:t>Unauthorized </a:t>
            </a:r>
            <a:r>
              <a:rPr lang="en-US" sz="1400" dirty="0"/>
              <a:t>access to internal systems</a:t>
            </a:r>
            <a:endParaRPr dirty="0"/>
          </a:p>
        </p:txBody>
      </p:sp>
      <p:pic>
        <p:nvPicPr>
          <p:cNvPr id="7" name="Picture 6" descr="Scoprire se una e-mail è stata compromessa - TantiLink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98" y="2078875"/>
            <a:ext cx="2635498" cy="1976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73584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AU" dirty="0"/>
              <a:t>Warning Signs of Phishing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/>
              <a:t>Unexpected password reset </a:t>
            </a:r>
            <a:r>
              <a:rPr lang="en-US" sz="1300" dirty="0" smtClean="0"/>
              <a:t>requests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/>
              <a:t>Urgent </a:t>
            </a:r>
            <a:r>
              <a:rPr lang="en-US" sz="1300" dirty="0"/>
              <a:t>or threatening </a:t>
            </a:r>
            <a:r>
              <a:rPr lang="en-US" sz="1300" dirty="0" smtClean="0"/>
              <a:t>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/>
              <a:t>Unknown </a:t>
            </a:r>
            <a:r>
              <a:rPr lang="en-US" sz="1300" dirty="0"/>
              <a:t>or suspicious sender </a:t>
            </a:r>
            <a:r>
              <a:rPr lang="en-US" sz="1300" dirty="0" smtClean="0"/>
              <a:t>email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/>
              <a:t>Links </a:t>
            </a:r>
            <a:r>
              <a:rPr lang="en-US" sz="1300" dirty="0"/>
              <a:t>that do not match official </a:t>
            </a:r>
            <a:r>
              <a:rPr lang="en-US" sz="1300" dirty="0" smtClean="0"/>
              <a:t>websites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/>
              <a:t>Requests </a:t>
            </a:r>
            <a:r>
              <a:rPr lang="en-US" sz="1300" dirty="0"/>
              <a:t>for confidential information</a:t>
            </a:r>
            <a:endParaRPr lang="en-US" sz="1300" dirty="0"/>
          </a:p>
        </p:txBody>
      </p:sp>
      <p:pic>
        <p:nvPicPr>
          <p:cNvPr id="3" name="Picture 2" descr="Frontiers | Phishing Attacks: A Recent Comprehensive Study and a New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028" y="1994531"/>
            <a:ext cx="3196879" cy="2247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272" y="705701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AU" dirty="0"/>
              <a:t>How to Stay Safe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Verify sender before </a:t>
            </a:r>
            <a:r>
              <a:rPr lang="en-US" dirty="0" smtClean="0"/>
              <a:t>responding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Do </a:t>
            </a:r>
            <a:r>
              <a:rPr lang="en-US" dirty="0"/>
              <a:t>not click unknown </a:t>
            </a:r>
            <a:r>
              <a:rPr lang="en-US" dirty="0" smtClean="0"/>
              <a:t>links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Avoid </a:t>
            </a:r>
            <a:r>
              <a:rPr lang="en-US" dirty="0"/>
              <a:t>downloading unexpected </a:t>
            </a:r>
            <a:r>
              <a:rPr lang="en-US" dirty="0" smtClean="0"/>
              <a:t>attachments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Use </a:t>
            </a:r>
            <a:r>
              <a:rPr lang="en-US" dirty="0"/>
              <a:t>official company portals </a:t>
            </a:r>
            <a:r>
              <a:rPr lang="en-US" dirty="0" smtClean="0"/>
              <a:t>only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Report </a:t>
            </a:r>
            <a:r>
              <a:rPr lang="en-US" dirty="0"/>
              <a:t>suspicious emails immediately</a:t>
            </a:r>
            <a:endParaRPr lang="en-AU" dirty="0"/>
          </a:p>
        </p:txBody>
      </p:sp>
      <p:pic>
        <p:nvPicPr>
          <p:cNvPr id="4" name="Picture 3" descr="Office 365 – New anti-phishing capabilities added to Advanced Threat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15" y="2010139"/>
            <a:ext cx="2283339" cy="20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0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725797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AU" dirty="0"/>
              <a:t>Recommended Training 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Regular phishing awareness </a:t>
            </a:r>
            <a:r>
              <a:rPr lang="en-AU" dirty="0" smtClean="0"/>
              <a:t>sessions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Role-based </a:t>
            </a:r>
            <a:r>
              <a:rPr lang="en-AU" dirty="0"/>
              <a:t>training for HR &amp; </a:t>
            </a:r>
            <a:r>
              <a:rPr lang="en-AU" dirty="0" smtClean="0"/>
              <a:t>Marketing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Simulated </a:t>
            </a:r>
            <a:r>
              <a:rPr lang="en-AU" dirty="0"/>
              <a:t>phishing email </a:t>
            </a:r>
            <a:r>
              <a:rPr lang="en-AU" dirty="0" smtClean="0"/>
              <a:t>exercises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Quick </a:t>
            </a:r>
            <a:r>
              <a:rPr lang="en-AU" dirty="0"/>
              <a:t>reference guides for </a:t>
            </a:r>
            <a:r>
              <a:rPr lang="en-AU" dirty="0" smtClean="0"/>
              <a:t>employees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Continuous </a:t>
            </a:r>
            <a:r>
              <a:rPr lang="en-AU" dirty="0"/>
              <a:t>awareness reminders</a:t>
            </a:r>
          </a:p>
        </p:txBody>
      </p:sp>
      <p:pic>
        <p:nvPicPr>
          <p:cNvPr id="4" name="Picture 3" descr="Blog - Yes, We Want Cryptographic Protection for Emai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980" y="2078875"/>
            <a:ext cx="3197843" cy="129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786087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AU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Phishing is a high-risk and common </a:t>
            </a:r>
            <a:r>
              <a:rPr lang="en-US" dirty="0" smtClean="0"/>
              <a:t>threat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Awareness </a:t>
            </a:r>
            <a:r>
              <a:rPr lang="en-US" dirty="0"/>
              <a:t>is the strongest </a:t>
            </a:r>
            <a:r>
              <a:rPr lang="en-US" dirty="0" smtClean="0"/>
              <a:t>defense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Early </a:t>
            </a:r>
            <a:r>
              <a:rPr lang="en-US" dirty="0"/>
              <a:t>detection prevents major security </a:t>
            </a:r>
            <a:r>
              <a:rPr lang="en-US" dirty="0" smtClean="0"/>
              <a:t>incidents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Every </a:t>
            </a:r>
            <a:r>
              <a:rPr lang="en-US" dirty="0"/>
              <a:t>employee plays a role in security</a:t>
            </a:r>
            <a:endParaRPr lang="en-AU" dirty="0"/>
          </a:p>
        </p:txBody>
      </p:sp>
      <p:pic>
        <p:nvPicPr>
          <p:cNvPr id="4" name="Picture 3" descr="Cyber Security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74" y="2127464"/>
            <a:ext cx="2629624" cy="175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49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37</TotalTime>
  <Words>197</Words>
  <Application>Microsoft Office PowerPoint</Application>
  <PresentationFormat>On-screen Show (16:9)</PresentationFormat>
  <Paragraphs>42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Century Gothic</vt:lpstr>
      <vt:lpstr>Wingdings</vt:lpstr>
      <vt:lpstr>Wingdings 3</vt:lpstr>
      <vt:lpstr>Arial</vt:lpstr>
      <vt:lpstr>Ion Boardroom</vt:lpstr>
      <vt:lpstr>Phishing Awareness &amp; Security Improvement Plan</vt:lpstr>
      <vt:lpstr>Purpose</vt:lpstr>
      <vt:lpstr>What is phishing?</vt:lpstr>
      <vt:lpstr>Key Risks to Teams</vt:lpstr>
      <vt:lpstr>Warning Signs of Phishing</vt:lpstr>
      <vt:lpstr>How to Stay Safe</vt:lpstr>
      <vt:lpstr>Recommended Training Actions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Familiarize yourself with phishing attacks &lt;HR and Marketing Teams&gt;</dc:title>
  <dc:creator>Bikash Raya</dc:creator>
  <cp:lastModifiedBy>Bikash Raya</cp:lastModifiedBy>
  <cp:revision>7</cp:revision>
  <dcterms:modified xsi:type="dcterms:W3CDTF">2026-04-20T06:27:11Z</dcterms:modified>
</cp:coreProperties>
</file>